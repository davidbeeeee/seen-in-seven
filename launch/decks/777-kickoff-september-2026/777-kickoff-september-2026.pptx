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e1865d741405d" /><Relationship Type="http://schemas.openxmlformats.org/officeDocument/2006/relationships/extended-properties" Target="/docProps/app.xml" Id="R9dbf229f1ff245e6" /><Relationship Type="http://schemas.openxmlformats.org/officeDocument/2006/relationships/officeDocument" Target="/ppt/presentation.xml" Id="R173ec2656db54c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c0639c7c043f1"/>
  </p:sldMasterIdLst>
  <p:notesMasterIdLst>
    <p:notesMasterId xmlns:r="http://schemas.openxmlformats.org/officeDocument/2006/relationships" r:id="R4b99e1cb513d4c1d"/>
  </p:notesMasterIdLst>
  <p:sldIdLst>
    <p:sldId xmlns:r="http://schemas.openxmlformats.org/officeDocument/2006/relationships" id="256" r:id="R9a032be9a3f44f22"/>
    <p:sldId xmlns:r="http://schemas.openxmlformats.org/officeDocument/2006/relationships" id="257" r:id="Rf433d363f2ef4b72"/>
    <p:sldId xmlns:r="http://schemas.openxmlformats.org/officeDocument/2006/relationships" id="258" r:id="Re82d6d2754ef4d2d"/>
    <p:sldId xmlns:r="http://schemas.openxmlformats.org/officeDocument/2006/relationships" id="259" r:id="R35046a369794423d"/>
    <p:sldId xmlns:r="http://schemas.openxmlformats.org/officeDocument/2006/relationships" id="260" r:id="Rd5327d39d3324696"/>
    <p:sldId xmlns:r="http://schemas.openxmlformats.org/officeDocument/2006/relationships" id="261" r:id="R82a1a4e3f4cd4746"/>
    <p:sldId xmlns:r="http://schemas.openxmlformats.org/officeDocument/2006/relationships" id="262" r:id="Rff825caebd5d438e"/>
    <p:sldId xmlns:r="http://schemas.openxmlformats.org/officeDocument/2006/relationships" id="263" r:id="Rd61a45e142114775"/>
    <p:sldId xmlns:r="http://schemas.openxmlformats.org/officeDocument/2006/relationships" id="264" r:id="R63eba105d7224a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63c4b55bd447d" /><Relationship Type="http://schemas.openxmlformats.org/officeDocument/2006/relationships/slideMaster" Target="/ppt/slideMasters/slideMaster1.xml" Id="R35fc0639c7c043f1" /><Relationship Type="http://schemas.openxmlformats.org/officeDocument/2006/relationships/notesMaster" Target="/ppt/notesMasters/notesMaster1.xml" Id="R4b99e1cb513d4c1d" /><Relationship Type="http://schemas.openxmlformats.org/officeDocument/2006/relationships/presProps" Target="/ppt/presProps.xml" Id="R53230f72e2f74e95" /><Relationship Type="http://schemas.openxmlformats.org/officeDocument/2006/relationships/tableStyles" Target="/ppt/tableStyles.xml" Id="R9c7ad0d16ac8449a" /><Relationship Type="http://schemas.openxmlformats.org/officeDocument/2006/relationships/slide" Target="/ppt/slides/slide1.xml" Id="R9a032be9a3f44f22" /><Relationship Type="http://schemas.openxmlformats.org/officeDocument/2006/relationships/slide" Target="/ppt/slides/slide2.xml" Id="Rf433d363f2ef4b72" /><Relationship Type="http://schemas.openxmlformats.org/officeDocument/2006/relationships/slide" Target="/ppt/slides/slide3.xml" Id="Re82d6d2754ef4d2d" /><Relationship Type="http://schemas.openxmlformats.org/officeDocument/2006/relationships/slide" Target="/ppt/slides/slide4.xml" Id="R35046a369794423d" /><Relationship Type="http://schemas.openxmlformats.org/officeDocument/2006/relationships/slide" Target="/ppt/slides/slide5.xml" Id="Rd5327d39d3324696" /><Relationship Type="http://schemas.openxmlformats.org/officeDocument/2006/relationships/slide" Target="/ppt/slides/slide6.xml" Id="R82a1a4e3f4cd4746" /><Relationship Type="http://schemas.openxmlformats.org/officeDocument/2006/relationships/slide" Target="/ppt/slides/slide7.xml" Id="Rff825caebd5d438e" /><Relationship Type="http://schemas.openxmlformats.org/officeDocument/2006/relationships/slide" Target="/ppt/slides/slide8.xml" Id="Rd61a45e142114775" /><Relationship Type="http://schemas.openxmlformats.org/officeDocument/2006/relationships/slide" Target="/ppt/slides/slide9.xml" Id="R63eba105d7224a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bbcfc28524c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7ef53f6e7b4c6b" /><Relationship Type="http://schemas.openxmlformats.org/officeDocument/2006/relationships/notesMaster" Target="/ppt/notesMasters/notesMaster1.xml" Id="R94e21aa7a4c6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2273b8fd2430d" /><Relationship Type="http://schemas.openxmlformats.org/officeDocument/2006/relationships/notesMaster" Target="/ppt/notesMasters/notesMaster1.xml" Id="Rc249e11d9bf6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a7036f85f45c6" /><Relationship Type="http://schemas.openxmlformats.org/officeDocument/2006/relationships/notesMaster" Target="/ppt/notesMasters/notesMaster1.xml" Id="R19f420ddb61b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0e8bb482494283" /><Relationship Type="http://schemas.openxmlformats.org/officeDocument/2006/relationships/notesMaster" Target="/ppt/notesMasters/notesMaster1.xml" Id="Rd6c84499710b41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ca3b98322475e" /><Relationship Type="http://schemas.openxmlformats.org/officeDocument/2006/relationships/notesMaster" Target="/ppt/notesMasters/notesMaster1.xml" Id="R155f12247ee14f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2618bd21284128" /><Relationship Type="http://schemas.openxmlformats.org/officeDocument/2006/relationships/notesMaster" Target="/ppt/notesMasters/notesMaster1.xml" Id="R89ca3818cd5443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2c378c68bc43c3" /><Relationship Type="http://schemas.openxmlformats.org/officeDocument/2006/relationships/notesMaster" Target="/ppt/notesMasters/notesMaster1.xml" Id="R287d117e1a5b45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236f32121e497d" /><Relationship Type="http://schemas.openxmlformats.org/officeDocument/2006/relationships/notesMaster" Target="/ppt/notesMasters/notesMaster1.xml" Id="Ref89f87af18d46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c9895b64f74fd6" /><Relationship Type="http://schemas.openxmlformats.org/officeDocument/2006/relationships/notesMaster" Target="/ppt/notesMasters/notesMaster1.xml" Id="Rfd88ef2046b446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891f9564945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1296b661d4887" /><Relationship Type="http://schemas.openxmlformats.org/officeDocument/2006/relationships/slideLayout" Target="/ppt/slideLayouts/slideLayout1.xml" Id="R0e55d6d24250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55d6d24250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b349cd0034b59" /><Relationship Type="http://schemas.openxmlformats.org/officeDocument/2006/relationships/notesSlide" Target="/ppt/notesSlides/notesSlide1.xml" Id="R43d2311688c5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00e6946924e84" /><Relationship Type="http://schemas.openxmlformats.org/officeDocument/2006/relationships/notesSlide" Target="/ppt/notesSlides/notesSlide2.xml" Id="R45204ffd35a24d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f0ea965fe4c5a" /><Relationship Type="http://schemas.openxmlformats.org/officeDocument/2006/relationships/notesSlide" Target="/ppt/notesSlides/notesSlide3.xml" Id="Rc4fabcf93aff45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d567a042a4639" /><Relationship Type="http://schemas.openxmlformats.org/officeDocument/2006/relationships/notesSlide" Target="/ppt/notesSlides/notesSlide4.xml" Id="R119b6685d08b45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e7590a27e4eaf" /><Relationship Type="http://schemas.openxmlformats.org/officeDocument/2006/relationships/image" Target="/ppt/media/image.jpeg" Id="Ra61b11a8d348453a" /><Relationship Type="http://schemas.openxmlformats.org/officeDocument/2006/relationships/notesSlide" Target="/ppt/notesSlides/notesSlide5.xml" Id="R034837d72644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d829bb1854d76" /><Relationship Type="http://schemas.openxmlformats.org/officeDocument/2006/relationships/notesSlide" Target="/ppt/notesSlides/notesSlide6.xml" Id="R8cefece475134c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3fb6f51a24ed5" /><Relationship Type="http://schemas.openxmlformats.org/officeDocument/2006/relationships/notesSlide" Target="/ppt/notesSlides/notesSlide7.xml" Id="R93b60a08f2b149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4f2fd2f8648ba" /><Relationship Type="http://schemas.openxmlformats.org/officeDocument/2006/relationships/notesSlide" Target="/ppt/notesSlides/notesSlide8.xml" Id="Rc24cc809f39143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c5b01eaeb4d19" /><Relationship Type="http://schemas.openxmlformats.org/officeDocument/2006/relationships/notesSlide" Target="/ppt/notesSlides/notesSlide9.xml" Id="R23204170fcbc4e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EEEAC-1FA3-47BE-9A9F-5982281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1A490-F6BA-4CAC-9A04-CD5A7BA3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777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950BF-ED6C-4984-BDCE-AD2B2FD4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1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CF099-FB52-484A-8F46-8A7CB465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00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2"/>
                </a:solidFill>
              </a:defRPr>
            </a:pPr>
            <a:r>
              <a:rPr sz="3900" b="1">
                <a:solidFill>
                  <a:srgbClr val="121212"/>
                </a:solidFill>
              </a:rPr>
              <a:t>Seven videos. One story worth finishing.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1B2D4-1CA9-4325-B000-5D1DE1D6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7DC00-4DC5-4710-B940-58F76D27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6662"/>
                </a:solidFill>
              </a:defRPr>
            </a:pPr>
            <a:r>
              <a:rPr sz="1800">
                <a:solidFill>
                  <a:srgbClr val="686662"/>
                </a:solidFill>
              </a:rPr>
              <a:t>Live Kickoff | September 7, 2026 | 11:00 AM Mountain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0F5F4-DA6E-4A91-845E-888CCE53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847A"/>
                </a:solidFill>
              </a:defRPr>
            </a:pPr>
            <a:r>
              <a:rPr sz="2250" b="1">
                <a:solidFill>
                  <a:srgbClr val="15847A"/>
                </a:solidFill>
              </a:rPr>
              <a:t>Today we stop preparing to begin.</a:t>
            </a:r>
          </a:p>
        </p:txBody>
      </p:sp>
    </p:spTree>
    <p:extLst>
      <p:ext uri="{BB962C8B-B14F-4D97-AF65-F5344CB8AC3E}">
        <p14:creationId xmlns:p14="http://schemas.microsoft.com/office/powerpoint/2010/main" val="170165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D5066-FF0B-4B25-BDB1-62C3CDC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3BB0D-8FE9-4C5A-BAB1-458DD5A0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THE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EDFC5-52E9-4ACD-8DE7-CD286F1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2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D7514-8631-4C24-9904-0ADDD90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1212"/>
                </a:solidFill>
              </a:defRPr>
            </a:pPr>
            <a:r>
              <a:rPr sz="3600" b="1">
                <a:solidFill>
                  <a:srgbClr val="121212"/>
                </a:solidFill>
              </a:rPr>
              <a:t>This is not a performance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B90D2-F366-4658-865A-B5EDA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4F"/>
                </a:solidFill>
              </a:defRPr>
            </a:pPr>
            <a:r>
              <a:rPr sz="1350" b="1">
                <a:solidFill>
                  <a:srgbClr val="F45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E22EB-19AE-47BC-89FA-69A90CCB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Stay specific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487B0-09FD-4988-AE90-603396A4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A real moment beats a polished summary.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1E81B-E045-47FD-AE26-8F230AD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47A"/>
                </a:solidFill>
              </a:defRPr>
            </a:pPr>
            <a:r>
              <a:rPr sz="1350" b="1">
                <a:solidFill>
                  <a:srgbClr val="15847A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D6F21-865B-4E52-A2ED-06CE9C05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Stay unfinished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83DBA-BF84-4450-8735-8A55506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480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The story can still be happening while you tell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DD659-0428-4BCA-A1E5-98F53F71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7D969-08FC-4918-A90F-556A8F0D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Keep moving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7F37A-53DB-49A0-B42C-A9AD8E30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A posted chapter is more useful than a perfect draft.</a:t>
            </a:r>
          </a:p>
        </p:txBody>
      </p:sp>
    </p:spTree>
    <p:extLst>
      <p:ext uri="{BB962C8B-B14F-4D97-AF65-F5344CB8AC3E}">
        <p14:creationId xmlns:p14="http://schemas.microsoft.com/office/powerpoint/2010/main" val="1425094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6B71B-97D9-4245-A270-045DAB2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A5A78-70D4-41F1-8833-C1DDC8C1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THE SEVEN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9B1F-5631-40B7-881B-D2B05B5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3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1449C-0749-4862-992B-555BE0D7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1212"/>
                </a:solidFill>
              </a:defRPr>
            </a:pPr>
            <a:r>
              <a:rPr sz="3300" b="1">
                <a:solidFill>
                  <a:srgbClr val="121212"/>
                </a:solidFill>
              </a:rPr>
              <a:t>The arc we are 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BF9A4-53F2-4BBC-97D9-792A0C9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08B35-C21A-4247-941D-FAEA0243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662"/>
                </a:solidFill>
              </a:defRPr>
            </a:pPr>
            <a:r>
              <a:rPr sz="1050" b="1">
                <a:solidFill>
                  <a:srgbClr val="68666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65805-FAFC-4973-A5F3-69DA012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212"/>
                </a:solidFill>
              </a:defRPr>
            </a:pPr>
            <a:r>
              <a:rPr sz="1125" b="1">
                <a:solidFill>
                  <a:srgbClr val="121212"/>
                </a:solidFill>
              </a:rPr>
              <a:t>Begin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42E03-99B3-4FE6-ADEC-70CBF80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5B46-2645-4457-9AC6-4E3215C3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662"/>
                </a:solidFill>
              </a:defRPr>
            </a:pPr>
            <a:r>
              <a:rPr sz="1050" b="1">
                <a:solidFill>
                  <a:srgbClr val="68666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917C5-BB1C-4F53-A019-B2B945A5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212"/>
                </a:solidFill>
              </a:defRPr>
            </a:pPr>
            <a:r>
              <a:rPr sz="1125" b="1">
                <a:solidFill>
                  <a:srgbClr val="121212"/>
                </a:solidFill>
              </a:rPr>
              <a:t>Ordinary world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FEB2B-7697-4D11-B4FC-08D7BE1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9F117-06C1-40A0-9B62-FDA6628C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662"/>
                </a:solidFill>
              </a:defRPr>
            </a:pPr>
            <a:r>
              <a:rPr sz="1050" b="1">
                <a:solidFill>
                  <a:srgbClr val="68666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C87F7-1B74-48B5-A6A4-E579308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212"/>
                </a:solidFill>
              </a:defRPr>
            </a:pPr>
            <a:r>
              <a:rPr sz="1125" b="1">
                <a:solidFill>
                  <a:srgbClr val="121212"/>
                </a:solidFill>
              </a:rPr>
              <a:t>First realization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D02BF-6165-494F-9CB8-E500771E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2477D-F532-4C0F-95FD-EA133DAD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662"/>
                </a:solidFill>
              </a:defRPr>
            </a:pPr>
            <a:r>
              <a:rPr sz="1050" b="1">
                <a:solidFill>
                  <a:srgbClr val="686662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E3E4F-5F2F-4BE2-BDD2-1E36A6D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212"/>
                </a:solidFill>
              </a:defRPr>
            </a:pPr>
            <a:r>
              <a:rPr sz="1125" b="1">
                <a:solidFill>
                  <a:srgbClr val="121212"/>
                </a:solidFill>
              </a:rPr>
              <a:t>Road of trials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6BF77-F54C-410C-A21E-468B9610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5B4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4C37D-A77E-4117-838E-3891897C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3C350-812D-4B51-BCFA-3E6C5BB4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fall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52D28-9681-4B52-A0FC-EE627282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CF058-5476-4775-96E1-42731D02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662"/>
                </a:solidFill>
              </a:defRPr>
            </a:pPr>
            <a:r>
              <a:rPr sz="1050" b="1">
                <a:solidFill>
                  <a:srgbClr val="686662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3B7CB-87D5-486F-9755-93329A3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1212"/>
                </a:solidFill>
              </a:defRPr>
            </a:pPr>
            <a:r>
              <a:rPr sz="1125" b="1">
                <a:solidFill>
                  <a:srgbClr val="121212"/>
                </a:solidFill>
              </a:rPr>
              <a:t>The elixir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36233-0F8A-4B5F-9509-E88C9B7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4790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847A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4C757-A30B-437D-B44C-26F6DE9F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47E422-086B-49A2-BA33-DECFB27E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622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Return home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0A785-57A5-4642-B017-5C7DE0D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86662"/>
                </a:solidFill>
              </a:defRPr>
            </a:pPr>
            <a:r>
              <a:rPr sz="1950">
                <a:solidFill>
                  <a:srgbClr val="686662"/>
                </a:solidFill>
              </a:rPr>
              <a:t>Each video carries one job. Together they create the journey.</a:t>
            </a:r>
          </a:p>
        </p:txBody>
      </p:sp>
    </p:spTree>
    <p:extLst>
      <p:ext uri="{BB962C8B-B14F-4D97-AF65-F5344CB8AC3E}">
        <p14:creationId xmlns:p14="http://schemas.microsoft.com/office/powerpoint/2010/main" val="68182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F5E6A-46C2-4A70-8901-76845C47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2CD68-2946-483E-A58F-0D79CF29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COMMUNITY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7781B-EB9E-40F1-A71D-8D9460C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4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43849-6270-4EAF-B92D-53192A0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00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2"/>
                </a:solidFill>
              </a:defRPr>
            </a:pPr>
            <a:r>
              <a:rPr sz="3900" b="1">
                <a:solidFill>
                  <a:srgbClr val="121212"/>
                </a:solidFill>
              </a:rPr>
              <a:t>Do the challenge beside people who are also doing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A58D0-B644-4920-B673-03183C6D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A69A1-5E6B-40C1-B423-76D1762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6662"/>
                </a:solidFill>
              </a:defRPr>
            </a:pPr>
            <a:r>
              <a:rPr sz="1800">
                <a:solidFill>
                  <a:srgbClr val="686662"/>
                </a:solidFill>
              </a:rPr>
              <a:t>Join the community, post the imperfect chapter, and respond to the human being before you respond to the algorithm.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5B04C-7CDA-4D1C-A854-BBB9843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6662"/>
                </a:solidFill>
              </a:defRPr>
            </a:pPr>
            <a:r>
              <a:rPr sz="1275">
                <a:solidFill>
                  <a:srgbClr val="686662"/>
                </a:solidFill>
              </a:rPr>
              <a:t>The community link belongs in the live chat and follow-up email.</a:t>
            </a:r>
          </a:p>
        </p:txBody>
      </p:sp>
    </p:spTree>
    <p:extLst>
      <p:ext uri="{BB962C8B-B14F-4D97-AF65-F5344CB8AC3E}">
        <p14:creationId xmlns:p14="http://schemas.microsoft.com/office/powerpoint/2010/main" val="848692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9636E-8AD2-4804-B28B-E3BE7E9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13BE5-96F6-4417-9D1E-EA5046E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SEENINSEVEN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76EB2-C9C3-47A9-9FFA-A102E9E7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5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C50C3-EE21-4509-8B5B-7FD5F013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1212"/>
                </a:solidFill>
              </a:defRPr>
            </a:pPr>
            <a:r>
              <a:rPr sz="3300" b="1">
                <a:solidFill>
                  <a:srgbClr val="121212"/>
                </a:solidFill>
              </a:rPr>
              <a:t>Build the story. Keep your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CF345-6A27-40D6-A4D6-15F803C7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86662"/>
                </a:solidFill>
              </a:defRPr>
            </a:pPr>
            <a:r>
              <a:rPr sz="1650">
                <a:solidFill>
                  <a:srgbClr val="686662"/>
                </a:solidFill>
              </a:rPr>
              <a:t>SeenInSeven turns rough answers into one connected seven-video journey without asking you to understand story architecture first.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b11a8d348453a"/>
          <a:srcRect xmlns:a="http://schemas.openxmlformats.org/drawingml/2006/main" l="169" t="0" r="1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009650"/>
            <a:ext cx="5619750" cy="3524250"/>
          </a:xfrm>
          <a:prstGeom xmlns:a="http://schemas.openxmlformats.org/drawingml/2006/main" prst="roundRect">
            <a:avLst>
              <a:gd name="adj" fmla="val 162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FD905-4F15-4960-82C7-0949BF09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5B4F"/>
                </a:solidFill>
              </a:defRPr>
            </a:pPr>
            <a:r>
              <a:rPr sz="1050" b="1">
                <a:solidFill>
                  <a:srgbClr val="F45B4F"/>
                </a:solidFill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122F9-69A6-498D-810F-D7BC2276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212"/>
                </a:solidFill>
              </a:defRPr>
            </a:pPr>
            <a:r>
              <a:rPr sz="2325" b="1">
                <a:solidFill>
                  <a:srgbClr val="121212"/>
                </a:solidFill>
              </a:rPr>
              <a:t>Overview → questions → script → lock</a:t>
            </a:r>
          </a:p>
        </p:txBody>
      </p:sp>
    </p:spTree>
    <p:extLst>
      <p:ext uri="{BB962C8B-B14F-4D97-AF65-F5344CB8AC3E}">
        <p14:creationId xmlns:p14="http://schemas.microsoft.com/office/powerpoint/2010/main" val="87815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E7D9B-18D6-4785-8DB5-53BDE23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6034E-27DA-4975-941B-D9B21C1E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VIDEO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E50C6-207C-4286-A564-24A3C028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6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71399-57A4-45B5-BF8A-7A66CA2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2"/>
                </a:solidFill>
              </a:defRPr>
            </a:pPr>
            <a:r>
              <a:rPr sz="3900" b="1">
                <a:solidFill>
                  <a:srgbClr val="121212"/>
                </a:solidFill>
              </a:rPr>
              <a:t>Why now?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75995-B470-400B-9317-AB7D7E38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4F"/>
                </a:solidFill>
              </a:defRPr>
            </a:pPr>
            <a:r>
              <a:rPr sz="1350" b="1">
                <a:solidFill>
                  <a:srgbClr val="F45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A576A-6F43-47BB-A543-6DFD2234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What must be visible?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0C19A-8D83-4A75-82EA-EA598C03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Name the knowledge, story, or experience you can no longer keep private.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FB08C-29DC-43E0-A29E-80A776D7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47A"/>
                </a:solidFill>
              </a:defRPr>
            </a:pPr>
            <a:r>
              <a:rPr sz="1350" b="1">
                <a:solidFill>
                  <a:srgbClr val="15847A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5EA84-AC50-4855-85A4-F0FC9A2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Who needs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A89FC-C7D3-468C-938F-4953D3FB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99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Picture one person who would recognize their own stalled chapter.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53A5F-7D61-457B-90D4-E52F8B3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FBAC9-FA58-424B-8F50-5E8C49B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Why today?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927C7-30D7-4238-886F-2089E9FC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Name what changed, closed, arrived, or became too expensive to postpone.</a:t>
            </a:r>
          </a:p>
        </p:txBody>
      </p:sp>
    </p:spTree>
    <p:extLst>
      <p:ext uri="{BB962C8B-B14F-4D97-AF65-F5344CB8AC3E}">
        <p14:creationId xmlns:p14="http://schemas.microsoft.com/office/powerpoint/2010/main" val="1351299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1D817-4B90-4649-936A-E58CD836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A14AF-E115-493C-8A93-5E34DDDA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4CF54-9533-49A2-8820-0D2C6F73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7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56AEE-3DEC-42F2-87D2-B1A9A28D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21212"/>
                </a:solidFill>
              </a:defRPr>
            </a:pPr>
            <a:r>
              <a:rPr sz="3375" b="1">
                <a:solidFill>
                  <a:srgbClr val="121212"/>
                </a:solidFill>
              </a:rPr>
              <a:t>The first recording is allowed to feel like the first recording.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0F8B3-890E-473E-967A-5ACF70C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16BF1-A389-43E9-8095-694410E6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1B0B8-D7DF-4353-AF83-DCDB565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</a:defRPr>
            </a:pPr>
            <a:r>
              <a:rPr sz="1875" b="0">
                <a:solidFill>
                  <a:srgbClr val="121212"/>
                </a:solidFill>
              </a:rPr>
              <a:t>Read it once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38225-B362-425B-BB03-C234BF45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CF6BF-580B-4F5F-BD38-69FB2467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1A29A-EC7B-4528-9883-DC1A441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</a:defRPr>
            </a:pPr>
            <a:r>
              <a:rPr sz="1875" b="0">
                <a:solidFill>
                  <a:srgbClr val="121212"/>
                </a:solidFill>
              </a:rPr>
              <a:t>Record one full 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73758-57AB-4DB8-9646-005D8F33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EAAB2-0FAF-46BD-82D9-9E5FDDB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C5C7C-E637-4E69-BAD8-323555AB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</a:defRPr>
            </a:pPr>
            <a:r>
              <a:rPr sz="1875" b="0">
                <a:solidFill>
                  <a:srgbClr val="121212"/>
                </a:solidFill>
              </a:rPr>
              <a:t>Choose the take with life in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90F02-586C-4BC2-8326-4E1DD38A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4287D-EF2C-4662-A8A7-6BCD9DF2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D76FF-8839-4819-A828-484F0D61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Post before editing becomes hiding</a:t>
            </a:r>
          </a:p>
        </p:txBody>
      </p:sp>
    </p:spTree>
    <p:extLst>
      <p:ext uri="{BB962C8B-B14F-4D97-AF65-F5344CB8AC3E}">
        <p14:creationId xmlns:p14="http://schemas.microsoft.com/office/powerpoint/2010/main" val="912122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F2206-6DE5-41AB-848F-BBE48DD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F32FA-95AF-4F19-AF3B-F68A1FD3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POST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B499F-1B1D-4DC0-974F-C4177ED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8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A7FB9-84C9-462E-82E6-4DE07DF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00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2"/>
                </a:solidFill>
              </a:defRPr>
            </a:pPr>
            <a:r>
              <a:rPr sz="3900" b="1">
                <a:solidFill>
                  <a:srgbClr val="121212"/>
                </a:solidFill>
              </a:rPr>
              <a:t>Publication completes Day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84BF2-D8AE-4E4E-857F-44D59D22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ABE51-2F30-4014-97E0-B5BA919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6662"/>
                </a:solidFill>
              </a:defRPr>
            </a:pPr>
            <a:r>
              <a:rPr sz="1800">
                <a:solidFill>
                  <a:srgbClr val="686662"/>
                </a:solidFill>
              </a:rPr>
              <a:t>Use a plain caption, include Video 1 of 7, and let the next chapter create the reason to return.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8050F-758D-4B3F-BAF1-62B46DF6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5B4F"/>
                </a:solidFill>
              </a:defRPr>
            </a:pPr>
            <a:r>
              <a:rPr sz="2025" b="1">
                <a:solidFill>
                  <a:srgbClr val="F45B4F"/>
                </a:solidFill>
              </a:rPr>
              <a:t>Do not apologize for the rough edge that proves you actually began.</a:t>
            </a:r>
          </a:p>
        </p:txBody>
      </p:sp>
    </p:spTree>
    <p:extLst>
      <p:ext uri="{BB962C8B-B14F-4D97-AF65-F5344CB8AC3E}">
        <p14:creationId xmlns:p14="http://schemas.microsoft.com/office/powerpoint/2010/main" val="527595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6BB25-7DB5-4E61-BAEE-D082145A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0AFC8-3766-40B7-8DF8-5F4CB284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0E027-B8F9-45D3-955D-01437A0A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9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53AF4-29E8-4BF1-993D-962E6C30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1212"/>
                </a:solidFill>
              </a:defRPr>
            </a:pPr>
            <a:r>
              <a:rPr sz="3750" b="1">
                <a:solidFill>
                  <a:srgbClr val="121212"/>
                </a:solidFill>
              </a:rPr>
              <a:t>What is still between you and record?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2A7CB-6BB2-4E65-B29D-2B6B18B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86662"/>
                </a:solidFill>
              </a:defRPr>
            </a:pPr>
            <a:r>
              <a:rPr sz="2100">
                <a:solidFill>
                  <a:srgbClr val="686662"/>
                </a:solidFill>
              </a:rPr>
              <a:t>Ask the practical question. Name the emotional one too.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9B27A-A61C-4D3F-B8C2-DCE1F6DA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4572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56BF8-3976-4744-BCF6-A358FF82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Then make Video 1.</a:t>
            </a:r>
          </a:p>
        </p:txBody>
      </p:sp>
    </p:spTree>
    <p:extLst>
      <p:ext uri="{BB962C8B-B14F-4D97-AF65-F5344CB8AC3E}">
        <p14:creationId xmlns:p14="http://schemas.microsoft.com/office/powerpoint/2010/main" val="451141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2026-08-06T23:14:49.7480000Z</dcterms:created>
  <dcterms:modified xsi:type="dcterms:W3CDTF">2026-08-06T23:14:49.7480000Z</dcterms:modified>
</coreProperties>
</file>